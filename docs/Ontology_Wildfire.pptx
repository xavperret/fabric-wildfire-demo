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🔥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Fabric Wildfire Response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L'ontologie qui relie les silos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· Digital Twin Builder (Fabric IQ)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 : 4 silos déconnectés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une crise incendie, les données vivent dans 4 systèmes séparés.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🛰️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Feux (satellites)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— VIIRS/MODIS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brûle-t-il ? Quelle intensité 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82880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✈️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Aéronefs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OpenSky Network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sont les Canadairs et hélicoptères 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Unités SDIS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794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départementaux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équipes sont disponibles 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2918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🏘️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infra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3794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INSEE / 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et quoi est menacé 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Croiser ces données = réunions, coups de fil, retards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L'ontologie Wildfire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entités · 4 relations · 1 graphe sémantique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0" y="2194560"/>
            <a:ext cx="2194560" cy="1097280"/>
          </a:xfrm>
          <a:prstGeom prst="ellipse">
            <a:avLst/>
          </a:prstGeom>
          <a:solidFill>
            <a:srgbClr val="B85042"/>
          </a:solidFill>
          <a:ln w="25400">
            <a:solidFill>
              <a:srgbClr val="E870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2194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FireZone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A7BEA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Commune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75120" y="14630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2F6FED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Aircraft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2F9E4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918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🚒 Unit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5120" y="32918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868E96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32918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Infra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2103120"/>
            <a:ext cx="1645920" cy="320040"/>
          </a:xfrm>
          <a:prstGeom prst="rect">
            <a:avLst>
              <a:gd name="adj" fmla="val 14286"/>
            </a:avLst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THREATENS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2103120"/>
            <a:ext cx="1645920" cy="320040"/>
          </a:xfrm>
          <a:prstGeom prst="rect">
            <a:avLst>
              <a:gd name="adj" fmla="val 14286"/>
            </a:avLst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ASSIGNED_TO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3017520"/>
            <a:ext cx="1645920" cy="320040"/>
          </a:xfrm>
          <a:prstGeom prst="rect">
            <a:avLst>
              <a:gd name="adj" fmla="val 14286"/>
            </a:avLst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3017520"/>
            <a:ext cx="1645920" cy="320040"/>
          </a:xfrm>
          <a:prstGeom prst="rect">
            <a:avLst>
              <a:gd name="adj" fmla="val 14286"/>
            </a:avLst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5 entités en détail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97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FireZone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40480" y="1097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cell, fire_lat, fire_lon, frp_total,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priority_score, recommendation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109728" cy="640080"/>
          </a:xfrm>
          <a:prstGeom prst="rect">
            <a:avLst/>
          </a:prstGeom>
          <a:solidFill>
            <a:srgbClr val="5A8F6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 Commune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874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population, lat, lon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9728" cy="64008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51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Aircraft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callsign, role, status, altitude_m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109728" cy="640080"/>
          </a:xfrm>
          <a:prstGeom prst="rect">
            <a:avLst/>
          </a:prstGeom>
          <a:solidFill>
            <a:srgbClr val="2F9E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🚒  FirefighterUnit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3429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unit_id, base, status, unit_type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109728" cy="640080"/>
          </a:xfrm>
          <a:prstGeom prst="rect">
            <a:avLst/>
          </a:prstGeom>
          <a:solidFill>
            <a:srgbClr val="868E9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06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CriticalInfra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4206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infra_type, lat, lon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relations en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foyer « sait » désormais quelles communes il menace, quels moyens le couvrent, quelles infrastructures sont à côté.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645920" cy="320040"/>
          </a:xfrm>
          <a:prstGeom prst="rect">
            <a:avLst>
              <a:gd name="adj" fmla="val 14286"/>
            </a:avLst>
          </a:prstGeom>
          <a:solidFill>
            <a:srgbClr val="B850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THREATENS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0" y="16459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FireZone (Fontainebleau, FRP 280)  →  Commune (185k hab à 30km)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9659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automatique quand population &gt; seuil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645920" cy="320040"/>
          </a:xfrm>
          <a:prstGeom prst="rect">
            <a:avLst>
              <a:gd name="adj" fmla="val 14286"/>
            </a:avLst>
          </a:prstGeom>
          <a:solidFill>
            <a:srgbClr val="2F6F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ASSIGNED_TO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24688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FireZone (Bormes, FRP 1110)  →  Aircraft (PELICAN32, Canadair)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7889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 l'aérien sur le foyer le plus chaud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1645920" cy="320040"/>
          </a:xfrm>
          <a:prstGeom prst="rect">
            <a:avLst>
              <a:gd name="adj" fmla="val 14286"/>
            </a:avLst>
          </a:prstGeom>
          <a:solidFill>
            <a:srgbClr val="2F9E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32918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FireZone (Toulon, score 2490)  →  Unit (SDIS83-CCF-201)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36118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l'unité terrestre la plus proche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1645920" cy="320040"/>
          </a:xfrm>
          <a:prstGeom prst="rect">
            <a:avLst>
              <a:gd name="adj" fmla="val 14286"/>
            </a:avLst>
          </a:prstGeom>
          <a:solidFill>
            <a:srgbClr val="868E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41148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FireZone (Melun)  →  CriticalInfra (Hôpital)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44348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rehaussée si infrastructure critique à risque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Fabric IQ relie les quatre silos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un seul modèle sémantique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foyer « sait » quelles communes il menace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foyer « sait » quels moyens le couvrent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foyer « sait » quelles infrastructures sont à côté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Ontology_Wildfire · Digital Twin Builder · Microsoft Fabric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Fabric Wildfire Response — Ontologie</dc:title>
  <dc:subject>PptxGenJS Presentation</dc:subject>
  <dc:creator>Xavier Perret</dc:creator>
  <cp:lastModifiedBy>Xavier Perret</cp:lastModifiedBy>
  <cp:revision>1</cp:revision>
  <dcterms:created xsi:type="dcterms:W3CDTF">2026-07-22T14:48:05Z</dcterms:created>
  <dcterms:modified xsi:type="dcterms:W3CDTF">2026-07-22T14:48:05Z</dcterms:modified>
</cp:coreProperties>
</file>